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1828800"/>
            <a:ext cx="3657600" cy="3657600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1280160" cy="2743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 digital B2B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distribuidoras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097280" cy="54864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 medida para que tus vendedores compartan el catálogo y los clientes hagan los pedidos online — directo y sin fricción.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126480"/>
            <a:ext cx="11064240" cy="18288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Bautista González Lazo  ·  Desarrollo a medida  ·  Argentina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Vender al por mayor todavía se hace a mano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trabajan hoy la mayoría de las distribuidoras PyME en Argentina.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3291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Catálogos en PDF o Excel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desactualizan al toque, pesan demasiado para WhatsApp y nadie sabe cuál es la última versión.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286000"/>
            <a:ext cx="73152" cy="3291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2651760"/>
            <a:ext cx="640080" cy="64008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Pedidos por WhatsApp manuales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tipea cada pedido a mano, hay errores de cantidades, precios y productos discontinuados.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286000"/>
            <a:ext cx="73152" cy="3291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2651760"/>
            <a:ext cx="640080" cy="64008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3429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trazabilidad ni historial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4114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recuerda qué pidió, el admin no tiene panel y armar reportes lleva horas.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vendedor pierde tiempo, el cliente se frustra y vos perdés ventas.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web a medida que reemplaza el PDF y el WhatsApp manual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comparte el link del catálogo por WhatsApp.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navega productos, filtra por marca/categoría y arma el pedido.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confirma desde la web — el pedido queda registrado y se envía estructurado por WhatsApp al vendedor.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8006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ve todos los pedidos, los gestiona y actualiza productos desde un panel.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1737360"/>
            <a:ext cx="4572000" cy="4297680"/>
          </a:xfrm>
          <a:prstGeom prst="roundRect">
            <a:avLst>
              <a:gd name="adj" fmla="val 3191"/>
            </a:avLst>
          </a:prstGeom>
          <a:solidFill>
            <a:srgbClr val="0F2244"/>
          </a:solidFill>
          <a:ln w="12700">
            <a:solidFill>
              <a:srgbClr val="C9A6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938528"/>
            <a:ext cx="128016" cy="128016"/>
          </a:xfrm>
          <a:prstGeom prst="ellipse">
            <a:avLst/>
          </a:prstGeom>
          <a:solidFill>
            <a:srgbClr val="E36F6F"/>
          </a:solidFill>
          <a:ln/>
        </p:spPr>
      </p:sp>
      <p:sp>
        <p:nvSpPr>
          <p:cNvPr id="21" name="Shape 19"/>
          <p:cNvSpPr/>
          <p:nvPr/>
        </p:nvSpPr>
        <p:spPr>
          <a:xfrm>
            <a:off x="7434072" y="1938528"/>
            <a:ext cx="128016" cy="128016"/>
          </a:xfrm>
          <a:prstGeom prst="ellipse">
            <a:avLst/>
          </a:prstGeom>
          <a:solidFill>
            <a:srgbClr val="E3C36F"/>
          </a:solidFill>
          <a:ln/>
        </p:spPr>
      </p:sp>
      <p:sp>
        <p:nvSpPr>
          <p:cNvPr id="22" name="Shape 20"/>
          <p:cNvSpPr/>
          <p:nvPr/>
        </p:nvSpPr>
        <p:spPr>
          <a:xfrm>
            <a:off x="7598664" y="1938528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1883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tudistribuidora.com / productos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9480" y="23317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ONLINE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69480" y="2560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Mayoristas — Productos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69480" y="3063240"/>
            <a:ext cx="4114800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 w="6350">
            <a:solidFill>
              <a:srgbClr val="2C4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3063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productos...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69480" y="3520440"/>
            <a:ext cx="1280160" cy="109728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7360920" y="3611880"/>
            <a:ext cx="1097280" cy="5029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0" name="Shape 28"/>
          <p:cNvSpPr/>
          <p:nvPr/>
        </p:nvSpPr>
        <p:spPr>
          <a:xfrm>
            <a:off x="7360920" y="4206240"/>
            <a:ext cx="822960" cy="914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1" name="Shape 29"/>
          <p:cNvSpPr/>
          <p:nvPr/>
        </p:nvSpPr>
        <p:spPr>
          <a:xfrm>
            <a:off x="7360920" y="4361688"/>
            <a:ext cx="457200" cy="914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641080" y="3520440"/>
            <a:ext cx="1280160" cy="109728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8732520" y="3611880"/>
            <a:ext cx="1097280" cy="5029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8732520" y="4206240"/>
            <a:ext cx="822960" cy="914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5" name="Shape 33"/>
          <p:cNvSpPr/>
          <p:nvPr/>
        </p:nvSpPr>
        <p:spPr>
          <a:xfrm>
            <a:off x="8732520" y="4361688"/>
            <a:ext cx="457200" cy="914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12680" y="3520440"/>
            <a:ext cx="1280160" cy="109728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04120" y="3611880"/>
            <a:ext cx="1097280" cy="5029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04120" y="4206240"/>
            <a:ext cx="822960" cy="914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04120" y="4361688"/>
            <a:ext cx="457200" cy="914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0" name="Shape 38"/>
          <p:cNvSpPr/>
          <p:nvPr/>
        </p:nvSpPr>
        <p:spPr>
          <a:xfrm>
            <a:off x="7269480" y="4709160"/>
            <a:ext cx="1280160" cy="109728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7360920" y="4800600"/>
            <a:ext cx="1097280" cy="5029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2" name="Shape 40"/>
          <p:cNvSpPr/>
          <p:nvPr/>
        </p:nvSpPr>
        <p:spPr>
          <a:xfrm>
            <a:off x="7360920" y="5394960"/>
            <a:ext cx="822960" cy="914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3" name="Shape 41"/>
          <p:cNvSpPr/>
          <p:nvPr/>
        </p:nvSpPr>
        <p:spPr>
          <a:xfrm>
            <a:off x="7360920" y="5550408"/>
            <a:ext cx="457200" cy="914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4" name="Shape 42"/>
          <p:cNvSpPr/>
          <p:nvPr/>
        </p:nvSpPr>
        <p:spPr>
          <a:xfrm>
            <a:off x="8641080" y="4709160"/>
            <a:ext cx="1280160" cy="109728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8732520" y="4800600"/>
            <a:ext cx="1097280" cy="5029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6" name="Shape 44"/>
          <p:cNvSpPr/>
          <p:nvPr/>
        </p:nvSpPr>
        <p:spPr>
          <a:xfrm>
            <a:off x="8732520" y="5394960"/>
            <a:ext cx="822960" cy="914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7" name="Shape 45"/>
          <p:cNvSpPr/>
          <p:nvPr/>
        </p:nvSpPr>
        <p:spPr>
          <a:xfrm>
            <a:off x="8732520" y="5550408"/>
            <a:ext cx="457200" cy="914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12680" y="4709160"/>
            <a:ext cx="1280160" cy="109728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04120" y="4800600"/>
            <a:ext cx="1097280" cy="5029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04120" y="5394960"/>
            <a:ext cx="822960" cy="914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04120" y="5550408"/>
            <a:ext cx="457200" cy="914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52" name="Text 50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ÉXITO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Meleycia — distribuidora mayorista en producción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y operando hoy en Argentina, con vendedores y clientes activos.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73152" cy="15544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en catálogo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219456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2194560"/>
            <a:ext cx="73152" cy="15544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377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38728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del catálogo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219456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2194560"/>
            <a:ext cx="73152" cy="15544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2377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45936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tipeo en pedidos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0264" y="219456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70264" y="2194560"/>
            <a:ext cx="73152" cy="15544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0" name="Text 18"/>
          <p:cNvSpPr/>
          <p:nvPr/>
        </p:nvSpPr>
        <p:spPr>
          <a:xfrm>
            <a:off x="9153144" y="2377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153144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cada orden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solidFill>
            <a:srgbClr val="0F224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297680"/>
            <a:ext cx="73152" cy="182880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25" name="Text 23"/>
          <p:cNvSpPr/>
          <p:nvPr/>
        </p:nvSpPr>
        <p:spPr>
          <a:xfrm>
            <a:off x="1463040" y="452628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los pedidos llegaban por WhatsApp con errores y nos llevaba toda la mañana cargarlos. Ahora el cliente entra, arma su pedido y nos llega listo para preparar.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63040" y="56692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Equipo Meleycia, distribuidora alimenticia (Argentina)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 · CATÁLOGO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catálogo online que tus clientes disfrutan usar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Búsqueda en vivo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por nombre, código o palabra clave y los resultados aparecen al instante.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01168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1208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Filtros por categoría y marca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Combinables — el cliente encuentra exactamente lo que necesita en segundos.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01168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068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Combos y promociones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8803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Armás packs especiales que se muestran como producto destacado.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7764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17320" y="4206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Fichas con foto, marca y descripción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8463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visual estilo e-commerce, no una lista plana de Excel.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97764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397764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212080" y="4206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Paginación y carga rápida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server-side: incluso con miles de productos, abre rapidísimo.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397764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97764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006840" y="4206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mobile-first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6760" y="48463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que el cliente pida desde el celular sin instalar nada.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 · PEDIDO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Carrito + integración WhatsApp = pedidos sin fricción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Carrito persistente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2219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arma su pedido y no lo pierde aunque cierre la pestaña.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411480" cy="41148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07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Cantidades editables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Suma, resta o elimina productos. Total general y por ítem en tiempo real.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411480" cy="41148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484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6027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Confirmación con login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9044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queda asociado al cliente — sabés quién pidió qué y cuándo.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411480" cy="41148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89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4439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Mensaje WhatsApp automático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7457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confirmar se genera un mensaje formateado listo para enviar al vendedor.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30952"/>
            <a:ext cx="411480" cy="41148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30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5285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Historial de pedidos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55869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y admin ven todos los pedidos anteriores con estado y detalle.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2011680"/>
            <a:ext cx="4663440" cy="4114800"/>
          </a:xfrm>
          <a:prstGeom prst="roundRect">
            <a:avLst>
              <a:gd name="adj" fmla="val 2222"/>
            </a:avLst>
          </a:prstGeom>
          <a:solidFill>
            <a:srgbClr val="ECE5D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9440" y="2011680"/>
            <a:ext cx="4663440" cy="502920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057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Mayorista · Vendedor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0" y="27889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DCF8C6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2880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E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quería hacer el siguiente pedido: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E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Aceite Girasol 1.5L  x 12u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E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Yerba Mate 1kg  x 24u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E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Galletitas Oreo  x 10u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E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Gaseosa 2.25L  x 18u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E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estimado: $ 145.000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E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5715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12:48  ✓✓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6217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automáticamente desde el carrito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 · BACKOFFICE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admin: controlás todo el negocio desde un lugar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73152" cy="16916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377440"/>
            <a:ext cx="274320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edición, baja, fotos, precios, stock, marca, categoría.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2103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2103120"/>
            <a:ext cx="73152" cy="16916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4448" y="2377440"/>
            <a:ext cx="274320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2468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Categorías y Marcas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4448" y="29260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flexible del catálogo, en pocos clicks.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2103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2103120"/>
            <a:ext cx="73152" cy="16916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1656" y="2377440"/>
            <a:ext cx="274320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2468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29260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Armado de packs promocionales con productos del catálogo.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70264" y="2103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70264" y="2103120"/>
            <a:ext cx="73152" cy="16916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98864" y="2377440"/>
            <a:ext cx="274320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3" name="Text 21"/>
          <p:cNvSpPr/>
          <p:nvPr/>
        </p:nvSpPr>
        <p:spPr>
          <a:xfrm>
            <a:off x="9198864" y="2468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Pedidos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98864" y="29260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completo con cliente, items, total, estado y observaciones.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977640"/>
            <a:ext cx="73152" cy="16916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4251960"/>
            <a:ext cx="274320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" y="48006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cuentas registradas, datos de contacto e historial.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55848" y="3977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3977640"/>
            <a:ext cx="73152" cy="16916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2" name="Shape 30"/>
          <p:cNvSpPr/>
          <p:nvPr/>
        </p:nvSpPr>
        <p:spPr>
          <a:xfrm>
            <a:off x="3584448" y="4251960"/>
            <a:ext cx="274320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3" name="Text 31"/>
          <p:cNvSpPr/>
          <p:nvPr/>
        </p:nvSpPr>
        <p:spPr>
          <a:xfrm>
            <a:off x="3584448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Vendedores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84448" y="48006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vendedores, asignación a clientes, control de actividad.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63056" y="3977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3977640"/>
            <a:ext cx="73152" cy="16916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7" name="Shape 35"/>
          <p:cNvSpPr/>
          <p:nvPr/>
        </p:nvSpPr>
        <p:spPr>
          <a:xfrm>
            <a:off x="6391656" y="4251960"/>
            <a:ext cx="274320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656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masiva CSV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91656" y="48006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Actualizá miles de productos subiendo un solo archivo.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70264" y="3977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70264" y="3977640"/>
            <a:ext cx="73152" cy="169164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2" name="Shape 40"/>
          <p:cNvSpPr/>
          <p:nvPr/>
        </p:nvSpPr>
        <p:spPr>
          <a:xfrm>
            <a:off x="9198864" y="4251960"/>
            <a:ext cx="274320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3" name="Text 41"/>
          <p:cNvSpPr/>
          <p:nvPr/>
        </p:nvSpPr>
        <p:spPr>
          <a:xfrm>
            <a:off x="9198864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Banners y landing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98864" y="48006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Editás los banners y secciones destacadas sin tocar código.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 · USUARIOS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roles, una sola plataforma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3611880" cy="502920"/>
          </a:xfrm>
          <a:prstGeom prst="rect">
            <a:avLst/>
          </a:prstGeom>
          <a:solidFill>
            <a:srgbClr val="0F22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00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con email/contraseña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947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catálogo y arma pedidos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389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historial de sus pedidos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83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contraseña por email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2286000"/>
            <a:ext cx="36118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286000"/>
            <a:ext cx="3611880" cy="502920"/>
          </a:xfrm>
          <a:prstGeom prst="rect">
            <a:avLst/>
          </a:prstGeom>
          <a:solidFill>
            <a:srgbClr val="9C7A3F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22860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200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el link del catálogo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388620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7947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pedidos por WhatsApp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448056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4389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 a su cartera de clientes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507492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4983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sus operaciones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2286000"/>
            <a:ext cx="36118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2286000"/>
            <a:ext cx="36118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22860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12480" y="329184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3200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productos y stock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12480" y="388620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37947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todos los pedidos del negocio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448056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0" y="4389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clientes y vendedores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5074920"/>
            <a:ext cx="137160" cy="13716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4983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y reportes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segura con Supabase: sesiones JWT, recovery por email, contraseñas hasheadas.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 moderna, escalable y mantenible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stack que usan empresas como Notion, Vercel y miles de SaaS B2B.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73152" cy="160020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044952"/>
            <a:ext cx="4572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54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React de producción. SSR, performance y SEO.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331720"/>
            <a:ext cx="73152" cy="160020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+ TypeScript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3044952"/>
            <a:ext cx="4572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154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moderna, tipada y mantenible a largo plazo.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331720"/>
            <a:ext cx="73152" cy="160020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(PostgreSQL)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66760" y="3044952"/>
            <a:ext cx="4572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154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datos, auth y storage gestionados, con backups.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14800"/>
            <a:ext cx="73152" cy="160020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43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 / Edge hosting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" y="4828032"/>
            <a:ext cx="4572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37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global con SSL, CDN y dominio propio.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11480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4114800"/>
            <a:ext cx="73152" cy="160020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343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responsive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0" y="4828032"/>
            <a:ext cx="4572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937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perfecto en mobile, tablet y desktop.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411480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4114800"/>
            <a:ext cx="73152" cy="160020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4343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estándar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66760" y="4828032"/>
            <a:ext cx="4572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4937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JWT, contraseñas encriptadas, roles segregados.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gana tu distribuidora con este sistema?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1874520"/>
          </a:xfrm>
          <a:prstGeom prst="rect">
            <a:avLst/>
          </a:prstGeom>
          <a:solidFill>
            <a:srgbClr val="1E3A5F"/>
          </a:solidFill>
          <a:ln w="6350">
            <a:solidFill>
              <a:srgbClr val="2C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80%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Tiempo de carga de pedidos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antes te llevaba toda la mañana ahora llega ya estructurado.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611880" cy="1874520"/>
          </a:xfrm>
          <a:prstGeom prst="rect">
            <a:avLst/>
          </a:prstGeom>
          <a:solidFill>
            <a:srgbClr val="1E3A5F"/>
          </a:solidFill>
          <a:ln w="6350">
            <a:solidFill>
              <a:srgbClr val="2C4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011680"/>
            <a:ext cx="54864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24/7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catálogo siempre disponible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pide cuando quiere, no sólo cuando hay alguien atendiendo.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611880" cy="1874520"/>
          </a:xfrm>
          <a:prstGeom prst="rect">
            <a:avLst/>
          </a:prstGeom>
          <a:solidFill>
            <a:srgbClr val="1E3A5F"/>
          </a:solidFill>
          <a:ln w="6350">
            <a:solidFill>
              <a:srgbClr val="2C4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011680"/>
            <a:ext cx="54864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 profesional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ven como una empresa moderna, no como un proveedor de Excel.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611880" cy="1874520"/>
          </a:xfrm>
          <a:prstGeom prst="rect">
            <a:avLst/>
          </a:prstGeom>
          <a:solidFill>
            <a:srgbClr val="1E3A5F"/>
          </a:solidFill>
          <a:ln w="6350">
            <a:solidFill>
              <a:srgbClr val="2C4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14800"/>
            <a:ext cx="54864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7724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de tipeo en pedidos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394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arma su pedido — no hay dictado ni interpretación.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611880" cy="1874520"/>
          </a:xfrm>
          <a:prstGeom prst="rect">
            <a:avLst/>
          </a:prstGeom>
          <a:solidFill>
            <a:srgbClr val="1E3A5F"/>
          </a:solidFill>
          <a:ln w="6350">
            <a:solidFill>
              <a:srgbClr val="2C4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114800"/>
            <a:ext cx="54864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7200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 de verdad única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394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Precios, stock y promociones se actualizan en un solo lugar.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611880" cy="1874520"/>
          </a:xfrm>
          <a:prstGeom prst="rect">
            <a:avLst/>
          </a:prstGeom>
          <a:solidFill>
            <a:srgbClr val="1E3A5F"/>
          </a:solidFill>
          <a:ln w="6350">
            <a:solidFill>
              <a:srgbClr val="2C4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114800"/>
            <a:ext cx="54864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36676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 más grandes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5394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ver todo el catálogo, los clientes descubren productos y compran más.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VENTA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trabajamos con cada distribuidora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73152" cy="402336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 llave en mano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64008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09651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9776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completo del sistema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59943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4805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de marca (logo, colores, dominio)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10235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983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 de productos / categorías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60527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486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del equipo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2194560"/>
            <a:ext cx="36118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194560"/>
            <a:ext cx="73152" cy="402336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2788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Mantenimiento mensual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17720" y="3749040"/>
            <a:ext cx="64008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409651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9776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y dominio incluidos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459943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4805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y monitoreo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17720" y="510235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983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17720" y="560527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5486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 seguridad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38160" y="2194560"/>
            <a:ext cx="36118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2194560"/>
            <a:ext cx="73152" cy="402336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PROYECTO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12480" y="2788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Customizaciones a medida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412480" y="3749040"/>
            <a:ext cx="64008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6" name="Shape 34"/>
          <p:cNvSpPr/>
          <p:nvPr/>
        </p:nvSpPr>
        <p:spPr>
          <a:xfrm>
            <a:off x="8412480" y="409651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37" name="Text 35"/>
          <p:cNvSpPr/>
          <p:nvPr/>
        </p:nvSpPr>
        <p:spPr>
          <a:xfrm>
            <a:off x="8641080" y="39776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ERP / facturación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412480" y="459943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39" name="Text 37"/>
          <p:cNvSpPr/>
          <p:nvPr/>
        </p:nvSpPr>
        <p:spPr>
          <a:xfrm>
            <a:off x="8641080" y="44805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Pasarelas de pago (MP, Stripe)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12480" y="510235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41" name="Text 39"/>
          <p:cNvSpPr/>
          <p:nvPr/>
        </p:nvSpPr>
        <p:spPr>
          <a:xfrm>
            <a:off x="8641080" y="4983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 medida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412480" y="5605272"/>
            <a:ext cx="118872" cy="118872"/>
          </a:xfrm>
          <a:prstGeom prst="ellipse">
            <a:avLst/>
          </a:prstGeom>
          <a:solidFill>
            <a:srgbClr val="0F2244"/>
          </a:solidFill>
          <a:ln/>
        </p:spPr>
      </p:sp>
      <p:sp>
        <p:nvSpPr>
          <p:cNvPr id="43" name="Text 41"/>
          <p:cNvSpPr/>
          <p:nvPr/>
        </p:nvSpPr>
        <p:spPr>
          <a:xfrm>
            <a:off x="8641080" y="5486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módulos / features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a medida según tamaño del catálogo, integraciones y plazos. Cotización personalizada en 48hs.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catálogo online, listo en pocas semanas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inicial. Entendemos tu operatoria, productos y diferenciales.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4884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4068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la plataforma, branding y dominio propio.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14884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14884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3544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de catálogo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063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Importamos productos, categorías, marcas y precios (CSV o manual).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052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64592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074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features según tu negocio (combos, listas, etc).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416052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89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44068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5074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a tu equipo: admin, vendedores y soporte al cliente.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4160520"/>
            <a:ext cx="73152" cy="178308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389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23544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6760" y="5074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a producción + acompañamiento las primeras semanas.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NOSOTROS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template genérico — es un producto probado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73152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377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Pensado para distribuidoras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Shopify adaptado. Cada feature está diseñado para venta mayorista B2B con vendedor de por medio.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103120"/>
            <a:ext cx="73152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2377440"/>
            <a:ext cx="548640" cy="54864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2377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Probado en producción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30175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corre desde 2024 en una distribuidora real con clientes y vendedores activos día a día.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86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06240"/>
            <a:ext cx="73152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480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a medida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encasillamos en un plan rígido. Adaptamos el sistema a tu operatoria, no al revés.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206240"/>
            <a:ext cx="5486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206240"/>
            <a:ext cx="73152" cy="1874520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4480560"/>
            <a:ext cx="548640" cy="548640"/>
          </a:xfrm>
          <a:prstGeom prst="ellipse">
            <a:avLst/>
          </a:prstGeom>
          <a:solidFill>
            <a:srgbClr val="0F2244"/>
          </a:solidFill>
          <a:ln w="15875">
            <a:solidFill>
              <a:srgbClr val="C9A6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4480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Soporte directo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92240" y="51206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Hablás con el desarrollador. No hay ticket queue ni call center: respuesta directa por WhatsApp.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Convertí tu catálogo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una máquina de vender.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280160" cy="54864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Agendemos una demo de 20 minutos. Te muestro el sistema funcionando con datos reales y armamos juntos qué necesita tu distribuidora.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486400"/>
            <a:ext cx="356616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C9A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577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5852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bautistagonzalezlazo@gmail.com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5486400"/>
            <a:ext cx="356616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C9A6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5577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5852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 ___ ___ ____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5486400"/>
            <a:ext cx="356616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C9A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5577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49640" y="5852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meleycia.com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Bautista González Lazo  ·  Desarrollo a medida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Meleycia / Bautista González Lazo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Catalogo B2B - Propuesta para distribuidoras</dc:title>
  <dc:subject>PptxGenJS Presentation</dc:subject>
  <dc:creator>PptxGenJS</dc:creator>
  <cp:lastModifiedBy>PptxGenJS</cp:lastModifiedBy>
  <cp:revision>1</cp:revision>
  <dcterms:created xsi:type="dcterms:W3CDTF">2026-04-28T00:03:18Z</dcterms:created>
  <dcterms:modified xsi:type="dcterms:W3CDTF">2026-04-28T00:03:18Z</dcterms:modified>
</cp:coreProperties>
</file>